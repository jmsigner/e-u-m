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2" r:id="rId6"/>
    <p:sldId id="260" r:id="rId7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2"/>
  </p:normalViewPr>
  <p:slideViewPr>
    <p:cSldViewPr snapToGrid="0">
      <p:cViewPr varScale="1">
        <p:scale>
          <a:sx n="95" d="100"/>
          <a:sy n="95" d="100"/>
        </p:scale>
        <p:origin x="200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9E50-3EC1-58A0-9079-5417E7614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84F3B3-E532-C55F-E27A-CD78E2BA0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FDDE5-1414-9766-AC0F-91F772274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B17C-221E-294A-85F8-5FE81641BC9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785DE-97A7-217C-5164-5FFDA29F3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7BF00-6411-D588-3F6B-F72A0FE1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DB88-AEED-0247-AA2E-6351C6CCE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46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31EF-6177-2786-6CAD-A26FC7558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26D28-474B-C94E-AC8A-39684A2F8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A53D2-DFA6-DD8E-4382-296812973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B17C-221E-294A-85F8-5FE81641BC9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E582-6DED-B019-EEED-5CA9BD30C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8F769-4136-15B2-7ED0-2708DFEC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DB88-AEED-0247-AA2E-6351C6CCE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51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81EA6-75DF-56BB-2CCC-392270E50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26009-D865-F1CC-7190-9BF74D37A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67F8F-E65B-F490-ABA2-8877C1D93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B17C-221E-294A-85F8-5FE81641BC9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793DB-0091-C238-0F0A-A8D85FEA4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48676-C048-BCF5-C64B-DF387309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DB88-AEED-0247-AA2E-6351C6CCE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93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427C7-99D5-0AFA-B41D-E4EABFAA3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62027-CCDA-3051-4D7B-B5EDBE62E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88977-F10A-A0AF-6075-54E97D583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9A447-537C-E1AC-CC40-6BA376522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B17C-221E-294A-85F8-5FE81641BC9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7797F-73F9-6249-5F1B-DD84D2D92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784BA-055C-235E-DF23-B4C839ABC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DB88-AEED-0247-AA2E-6351C6CCE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26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5987B-5BD7-D7BE-6611-FC0B0899F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F0030-C888-447D-B741-23585E18F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ED078-62DA-1D3C-E442-82314F6AC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FD107-93C3-8B40-E4FB-4B6BD160BF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4D700-3CEB-98ED-E3F3-93883BD98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C570FA-4909-2A6E-A2C5-3FC86641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B17C-221E-294A-85F8-5FE81641BC9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8A740-2833-D3A1-45C5-5E54777C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A5FF03-06EF-EFF5-4D7E-7908167F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DB88-AEED-0247-AA2E-6351C6CCE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8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502A6-7B10-3568-0E05-133F9AE4B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559C0B-3AB4-6D81-2F96-1FF185CE1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B17C-221E-294A-85F8-5FE81641BC9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C96FC7-3A12-AB1C-F1C8-A4812F1E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79101-1FCB-66C5-E596-A60221F4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DB88-AEED-0247-AA2E-6351C6CCE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4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2AA206-2DDB-0DB9-F6D7-82BA0CE3B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B17C-221E-294A-85F8-5FE81641BC9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43E727-3857-29F9-A5E1-CED8978BC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5B1A3-6B27-8713-6A30-6C60C58C1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DB88-AEED-0247-AA2E-6351C6CCE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64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DCE93-F116-DA33-911A-10DB658FD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794CA-2777-C802-9B40-16BF95705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2DCBFF-B377-EF20-4A91-2BEE2183E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8E7AD-D3BD-5A04-37CD-B10F045DF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B17C-221E-294A-85F8-5FE81641BC9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F6801-29AA-957F-8B3A-1A9A4A0FD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9124B-DFFB-F039-F8DC-689AA1D6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DB88-AEED-0247-AA2E-6351C6CCE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415A5-3105-36C4-9238-A2CB0056F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2021DB-C1F6-3A8E-AF27-B1C5FC7ED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E7B46-CBB3-6755-E6B0-4FEEC9016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30F3C-42D7-9F96-AF94-0FD4662C9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B17C-221E-294A-85F8-5FE81641BC9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D6B82-B2C6-A2AF-E384-25DD837FD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22D12-DB63-B37C-2861-3C16DAAC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DB88-AEED-0247-AA2E-6351C6CCE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43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4AE99-F56B-7C75-3DDA-989CFA988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AC4F26-E408-527B-5307-DF4A2BB0B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CFD94-F7C4-A330-04CC-E1C974C5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B17C-221E-294A-85F8-5FE81641BC9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9C6FE-6F6A-8A63-A5B8-393999D1E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FA7A6-0152-7300-6327-D98FC8E3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DB88-AEED-0247-AA2E-6351C6CCE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63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15FB6E-0C33-26E9-9ECA-EC3E2F3EC4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F4931-171D-053A-B674-59DE3E5C5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17BE2-1F0C-CE34-5BCE-824368F5A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AB17C-221E-294A-85F8-5FE81641BC9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86230-2E9D-B96D-483B-D1BAFADC9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E561C-8DE6-3070-1A49-820334EB4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DB88-AEED-0247-AA2E-6351C6CCE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64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42A357-0FE6-9B11-7809-C8C6B7597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5F855-FB67-F385-0852-B9522C00D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89DA9-F2B9-8B2B-4EF4-A835C39EB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3AB17C-221E-294A-85F8-5FE81641BC9E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5E24C-4C39-9269-053F-FA53E6769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49AC4-C3B7-36F6-81E8-3E85EB87D2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F5DB88-AEED-0247-AA2E-6351C6CCE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70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17840-7966-6ACE-E7A9-9BB010A73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Fotofallenübung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7EF07-DBF6-A4D3-34F7-6543F8C33F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392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36367-9859-8B8A-8CAB-C37166768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Leere Fotos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3AB75-51AE-EE00-2EDF-974C00578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-, NA, 0, leer: ja, </a:t>
            </a:r>
            <a:r>
              <a:rPr lang="en-US" dirty="0" err="1"/>
              <a:t>Tierart</a:t>
            </a:r>
            <a:r>
              <a:rPr lang="en-US" dirty="0"/>
              <a:t>: </a:t>
            </a:r>
            <a:r>
              <a:rPr lang="en-US" dirty="0" err="1"/>
              <a:t>keine</a:t>
            </a:r>
            <a:r>
              <a:rPr lang="en-US" dirty="0"/>
              <a:t>, blank </a:t>
            </a:r>
          </a:p>
        </p:txBody>
      </p:sp>
    </p:spTree>
    <p:extLst>
      <p:ext uri="{BB962C8B-B14F-4D97-AF65-F5344CB8AC3E}">
        <p14:creationId xmlns:p14="http://schemas.microsoft.com/office/powerpoint/2010/main" val="2038389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41465CC-1837-AF26-458B-F48CE633F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2F86E2-3430-0259-7CBF-A59555B36DD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67573"/>
            <a:ext cx="5181600" cy="4067441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4ECB473-8D8A-4E86-3E4D-063EC6D17B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Vermutlich</a:t>
            </a:r>
            <a:r>
              <a:rPr lang="en-US" dirty="0"/>
              <a:t> Datum und Zeit </a:t>
            </a:r>
            <a:r>
              <a:rPr lang="en-US" dirty="0" err="1"/>
              <a:t>manuell</a:t>
            </a:r>
            <a:r>
              <a:rPr lang="en-US" dirty="0"/>
              <a:t>?</a:t>
            </a:r>
          </a:p>
          <a:p>
            <a:r>
              <a:rPr lang="en-US" dirty="0"/>
              <a:t>Das </a:t>
            </a:r>
            <a:r>
              <a:rPr lang="en-US" dirty="0" err="1"/>
              <a:t>könnte</a:t>
            </a:r>
            <a:r>
              <a:rPr lang="en-US" dirty="0"/>
              <a:t> man </a:t>
            </a:r>
            <a:r>
              <a:rPr lang="en-US" dirty="0" err="1"/>
              <a:t>dirket</a:t>
            </a:r>
            <a:r>
              <a:rPr lang="en-US" dirty="0"/>
              <a:t> </a:t>
            </a:r>
            <a:r>
              <a:rPr lang="en-US" dirty="0" err="1"/>
              <a:t>übernehmen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den </a:t>
            </a:r>
            <a:r>
              <a:rPr lang="en-US" dirty="0" err="1"/>
              <a:t>Metadaten</a:t>
            </a:r>
            <a:r>
              <a:rPr lang="en-US" dirty="0"/>
              <a:t> der Fotos</a:t>
            </a:r>
          </a:p>
        </p:txBody>
      </p:sp>
    </p:spTree>
    <p:extLst>
      <p:ext uri="{BB962C8B-B14F-4D97-AF65-F5344CB8AC3E}">
        <p14:creationId xmlns:p14="http://schemas.microsoft.com/office/powerpoint/2010/main" val="3400365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866F-6D5F-1C35-8FC1-A27F8E6BA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31672-0392-E602-6914-6987BBE453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37BF8-B668-21A2-DBE2-6261CAEE57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B6A6D3-DF9E-EBB2-686E-788234998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65" y="-58737"/>
            <a:ext cx="6781800" cy="6235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414619-A43E-B06F-6DF6-454C8E46D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1085850"/>
            <a:ext cx="7772400" cy="5405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2FB34A-3877-B2C4-F4D3-17C057CF0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6265" y="2721196"/>
            <a:ext cx="77470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131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0B2A-F345-CDE1-703C-58C220D7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Tidy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A50A1-B8E7-9173-B826-AC465827E6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DF878-6320-1A3B-7F24-6EBEB11E2B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Jede</a:t>
            </a:r>
            <a:r>
              <a:rPr lang="en-US" dirty="0"/>
              <a:t> </a:t>
            </a:r>
            <a:r>
              <a:rPr lang="en-US" dirty="0" err="1"/>
              <a:t>Spalte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Variable</a:t>
            </a:r>
          </a:p>
          <a:p>
            <a:r>
              <a:rPr lang="en-US" dirty="0" err="1"/>
              <a:t>Jede</a:t>
            </a:r>
            <a:r>
              <a:rPr lang="en-US" dirty="0"/>
              <a:t> Zeile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Beobachtung</a:t>
            </a:r>
            <a:r>
              <a:rPr lang="en-US" dirty="0"/>
              <a:t> (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beobachtung</a:t>
            </a:r>
            <a:r>
              <a:rPr lang="en-US" dirty="0"/>
              <a:t> auf </a:t>
            </a:r>
            <a:r>
              <a:rPr lang="en-US" dirty="0" err="1"/>
              <a:t>einem</a:t>
            </a:r>
            <a:r>
              <a:rPr lang="en-US" dirty="0"/>
              <a:t> Foto)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E12A6-696D-5905-5CCB-784C33D11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91" y="1549842"/>
            <a:ext cx="5857009" cy="320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82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AF97C-ACC6-BC99-6897-01BB9DDBF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 </a:t>
            </a:r>
            <a:r>
              <a:rPr lang="en-US" dirty="0" err="1"/>
              <a:t>wäre</a:t>
            </a:r>
            <a:r>
              <a:rPr lang="en-US" dirty="0"/>
              <a:t> </a:t>
            </a:r>
            <a:r>
              <a:rPr lang="en-US" dirty="0" err="1"/>
              <a:t>sinnvoll</a:t>
            </a:r>
            <a:r>
              <a:rPr lang="en-US" dirty="0"/>
              <a:t>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08358-55C9-906B-9828-DE24DD2590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Einheitliche</a:t>
            </a:r>
            <a:r>
              <a:rPr lang="en-US" dirty="0"/>
              <a:t> </a:t>
            </a:r>
            <a:r>
              <a:rPr lang="en-US" dirty="0" err="1"/>
              <a:t>Spaltenüberschriften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Foto_id</a:t>
            </a:r>
            <a:endParaRPr lang="en-US" dirty="0"/>
          </a:p>
          <a:p>
            <a:pPr lvl="1"/>
            <a:r>
              <a:rPr lang="en-US" dirty="0" err="1"/>
              <a:t>Gattung</a:t>
            </a:r>
            <a:r>
              <a:rPr lang="en-US" dirty="0"/>
              <a:t> &amp; Art</a:t>
            </a:r>
          </a:p>
          <a:p>
            <a:pPr lvl="1"/>
            <a:r>
              <a:rPr lang="en-US" dirty="0" err="1"/>
              <a:t>Anzahl</a:t>
            </a:r>
            <a:endParaRPr lang="en-US" dirty="0"/>
          </a:p>
          <a:p>
            <a:pPr lvl="1"/>
            <a:r>
              <a:rPr lang="en-US" dirty="0"/>
              <a:t>Sicherheit?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9B337-900C-8A02-CA50-33FAB17356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Leere Fotos</a:t>
            </a:r>
          </a:p>
        </p:txBody>
      </p:sp>
    </p:spTree>
    <p:extLst>
      <p:ext uri="{BB962C8B-B14F-4D97-AF65-F5344CB8AC3E}">
        <p14:creationId xmlns:p14="http://schemas.microsoft.com/office/powerpoint/2010/main" val="3433512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68</Words>
  <Application>Microsoft Macintosh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Fotofallenübung</vt:lpstr>
      <vt:lpstr>Leere Fotos</vt:lpstr>
      <vt:lpstr>PowerPoint Presentation</vt:lpstr>
      <vt:lpstr>PowerPoint Presentation</vt:lpstr>
      <vt:lpstr>Tidy data</vt:lpstr>
      <vt:lpstr>Was wäre sinnvoll: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Signer, Johannes</dc:creator>
  <cp:lastModifiedBy>Signer, Johannes</cp:lastModifiedBy>
  <cp:revision>2</cp:revision>
  <dcterms:created xsi:type="dcterms:W3CDTF">2026-04-26T13:47:17Z</dcterms:created>
  <dcterms:modified xsi:type="dcterms:W3CDTF">2026-04-27T04:42:12Z</dcterms:modified>
</cp:coreProperties>
</file>